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47" r:id="rId2"/>
    <p:sldId id="257" r:id="rId3"/>
    <p:sldId id="688" r:id="rId4"/>
    <p:sldId id="689" r:id="rId5"/>
  </p:sldIdLst>
  <p:sldSz cx="9144000" cy="5143500" type="screen16x9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IT-DOA" initials="V" lastIdx="1" clrIdx="0">
    <p:extLst>
      <p:ext uri="{19B8F6BF-5375-455C-9EA6-DF929625EA0E}">
        <p15:presenceInfo xmlns:p15="http://schemas.microsoft.com/office/powerpoint/2012/main" userId="VIIT-DO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0B75"/>
    <a:srgbClr val="000099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85798" autoAdjust="0"/>
  </p:normalViewPr>
  <p:slideViewPr>
    <p:cSldViewPr>
      <p:cViewPr varScale="1">
        <p:scale>
          <a:sx n="108" d="100"/>
          <a:sy n="108" d="100"/>
        </p:scale>
        <p:origin x="739" y="6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m Kumar" userId="a887392903732fd1" providerId="LiveId" clId="{E6E72AB5-3924-4637-BDE2-4581AF62FD99}"/>
    <pc:docChg chg="modSld">
      <pc:chgData name="Prem Kumar" userId="a887392903732fd1" providerId="LiveId" clId="{E6E72AB5-3924-4637-BDE2-4581AF62FD99}" dt="2026-03-31T16:11:26.754" v="2" actId="14100"/>
      <pc:docMkLst>
        <pc:docMk/>
      </pc:docMkLst>
      <pc:sldChg chg="modSp mod">
        <pc:chgData name="Prem Kumar" userId="a887392903732fd1" providerId="LiveId" clId="{E6E72AB5-3924-4637-BDE2-4581AF62FD99}" dt="2026-03-31T16:11:26.754" v="2" actId="14100"/>
        <pc:sldMkLst>
          <pc:docMk/>
          <pc:sldMk cId="0" sldId="257"/>
        </pc:sldMkLst>
        <pc:spChg chg="mod">
          <ac:chgData name="Prem Kumar" userId="a887392903732fd1" providerId="LiveId" clId="{E6E72AB5-3924-4637-BDE2-4581AF62FD99}" dt="2026-03-31T16:11:17.308" v="1" actId="1076"/>
          <ac:spMkLst>
            <pc:docMk/>
            <pc:sldMk cId="0" sldId="257"/>
            <ac:spMk id="12" creationId="{1D1D1186-785B-8C38-9E2E-78127D35093A}"/>
          </ac:spMkLst>
        </pc:spChg>
        <pc:graphicFrameChg chg="mod modGraphic">
          <ac:chgData name="Prem Kumar" userId="a887392903732fd1" providerId="LiveId" clId="{E6E72AB5-3924-4637-BDE2-4581AF62FD99}" dt="2026-03-31T16:11:26.754" v="2" actId="14100"/>
          <ac:graphicFrameMkLst>
            <pc:docMk/>
            <pc:sldMk cId="0" sldId="257"/>
            <ac:graphicFrameMk id="5" creationId="{8B96464D-7B77-87F1-5CFB-9DB1AD1E854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5" tIns="46587" rIns="93175" bIns="4658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3175" tIns="46587" rIns="93175" bIns="46587" rtlCol="0"/>
          <a:lstStyle>
            <a:lvl1pPr algn="r">
              <a:defRPr sz="1200"/>
            </a:lvl1pPr>
          </a:lstStyle>
          <a:p>
            <a:fld id="{78636165-6ABA-49C4-A547-0A5BE23B4E2D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5" tIns="46587" rIns="93175" bIns="4658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3175" tIns="46587" rIns="93175" bIns="46587" rtlCol="0" anchor="b"/>
          <a:lstStyle>
            <a:lvl1pPr algn="r">
              <a:defRPr sz="1200"/>
            </a:lvl1pPr>
          </a:lstStyle>
          <a:p>
            <a:fld id="{11C62624-270C-488E-9CE3-E109B6DDF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78287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5" tIns="46587" rIns="93175" bIns="4658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3175" tIns="46587" rIns="93175" bIns="46587" rtlCol="0"/>
          <a:lstStyle>
            <a:lvl1pPr algn="r">
              <a:defRPr sz="1200"/>
            </a:lvl1pPr>
          </a:lstStyle>
          <a:p>
            <a:fld id="{4BCAAF8D-1A4F-4CE1-A7FD-2E79D854BF5E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5" tIns="46587" rIns="93175" bIns="4658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3175" tIns="46587" rIns="93175" bIns="4658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5" tIns="46587" rIns="93175" bIns="4658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3175" tIns="46587" rIns="93175" bIns="46587" rtlCol="0" anchor="b"/>
          <a:lstStyle>
            <a:lvl1pPr algn="r">
              <a:defRPr sz="1200"/>
            </a:lvl1pPr>
          </a:lstStyle>
          <a:p>
            <a:fld id="{E5F52C62-123A-43B6-B851-D0283054F6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7992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2937">
              <a:defRPr/>
            </a:pPr>
            <a:fld id="{E5F52C62-123A-43B6-B851-D0283054F651}" type="slidenum">
              <a:rPr lang="en-US">
                <a:solidFill>
                  <a:prstClr val="black"/>
                </a:solidFill>
                <a:latin typeface="Calibri"/>
              </a:rPr>
              <a:pPr defTabSz="912937"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50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4BD8-09F5-4876-B5BE-98A677FCB5C5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046BC-F266-4B45-9F6D-39B9E34AF10A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20A1C-AF88-4304-9DFA-5CF46072A808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E2620-E37E-4E36-AA78-AB7DC59DDD53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707AA-12EE-474E-9427-3C7D3F8F9646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FAC093-CA67-4B5D-8596-D1DCFA6523F2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50F37-96E0-4AF9-A755-7814F6EFC279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1D5DE-F581-4C8F-B303-1F416F4A5E88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A9B4D-1A3E-4C10-B3A8-F02C868FE1BD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D3E89-3A25-4A61-87D4-5FBEF6491130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27882-AD1E-4355-951D-8D69A4C04B12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7EF57-47B0-45D5-B9B0-2B9BAD21E88B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Electronics and Communication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5EF603-9A95-3F09-60AC-E5CA15D75882}"/>
              </a:ext>
            </a:extLst>
          </p:cNvPr>
          <p:cNvSpPr txBox="1"/>
          <p:nvPr/>
        </p:nvSpPr>
        <p:spPr>
          <a:xfrm>
            <a:off x="467544" y="1376142"/>
            <a:ext cx="48245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algn="ctr">
              <a:spcBef>
                <a:spcPts val="415"/>
              </a:spcBef>
              <a:buNone/>
            </a:pPr>
            <a:r>
              <a:rPr lang="en-US" sz="3200" b="1" kern="0" dirty="0">
                <a:solidFill>
                  <a:srgbClr val="000099"/>
                </a:solidFill>
                <a:effectLst/>
                <a:latin typeface="Palatino Linotype" panose="02040502050505030304" pitchFamily="18" charset="0"/>
                <a:ea typeface="Times New Roman" panose="02020603050405020304" pitchFamily="18" charset="0"/>
              </a:rPr>
              <a:t>Design Thinking and Innovation </a:t>
            </a:r>
            <a:endParaRPr lang="en-IN" sz="3200" b="1" kern="0" dirty="0">
              <a:solidFill>
                <a:srgbClr val="000099"/>
              </a:solidFill>
              <a:effectLst/>
              <a:latin typeface="Palatino Linotype" panose="0204050205050503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ED2EA5-0280-313C-0DA5-09D2CF3A5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892608" y="1806152"/>
            <a:ext cx="1414396" cy="1531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5EDA50-99F4-AC23-122A-4226906CBD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690141"/>
            <a:ext cx="3960440" cy="2377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421B92-177F-DC6D-E950-BF0ACD44DF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340" y="1687762"/>
            <a:ext cx="1501420" cy="1531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104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0">
            <a:extLst>
              <a:ext uri="{FF2B5EF4-FFF2-40B4-BE49-F238E27FC236}">
                <a16:creationId xmlns:a16="http://schemas.microsoft.com/office/drawing/2014/main" id="{60E25DD6-F931-F772-54CA-F8C443AE7270}"/>
              </a:ext>
            </a:extLst>
          </p:cNvPr>
          <p:cNvSpPr txBox="1">
            <a:spLocks/>
          </p:cNvSpPr>
          <p:nvPr/>
        </p:nvSpPr>
        <p:spPr>
          <a:xfrm>
            <a:off x="3846111" y="810647"/>
            <a:ext cx="3421436" cy="275425"/>
          </a:xfrm>
          <a:prstGeom prst="rect">
            <a:avLst/>
          </a:prstGeom>
        </p:spPr>
        <p:txBody>
          <a:bodyPr vert="horz" wrap="square" lIns="0" tIns="10506" rIns="0" bIns="0" rtlCol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60095">
              <a:spcBef>
                <a:spcPts val="83"/>
              </a:spcBef>
            </a:pPr>
            <a:r>
              <a:rPr lang="en-IN" sz="1721" spc="-7" dirty="0"/>
              <a:t>RFID-Library System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D1D1186-785B-8C38-9E2E-78127D35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04207"/>
            <a:ext cx="8229600" cy="551887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Footlight MT Light" panose="0204060206030A020304" pitchFamily="18" charset="0"/>
              </a:rPr>
              <a:t>Title of the Project 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5265DC8-82E5-6F58-3D17-A314ED7B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5656" y="4767263"/>
            <a:ext cx="6336704" cy="348633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Palatino Linotype" panose="02040502050505030304" pitchFamily="18" charset="0"/>
              </a:rPr>
              <a:t>Department of Computer Science  Engineering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96E55048-46F4-BBBF-9361-543F376F0B27}"/>
              </a:ext>
            </a:extLst>
          </p:cNvPr>
          <p:cNvSpPr txBox="1"/>
          <p:nvPr/>
        </p:nvSpPr>
        <p:spPr>
          <a:xfrm>
            <a:off x="3846111" y="1134487"/>
            <a:ext cx="1641222" cy="419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50000"/>
              </a:lnSpc>
              <a:spcBef>
                <a:spcPts val="105"/>
              </a:spcBef>
            </a:pPr>
            <a:r>
              <a:rPr sz="1600" b="1" spc="-2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sz="1600" b="1" spc="-4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spc="-2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B3</a:t>
            </a:r>
            <a:endParaRPr sz="2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B96464D-7B77-87F1-5CFB-9DB1AD1E8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047666"/>
              </p:ext>
            </p:extLst>
          </p:nvPr>
        </p:nvGraphicFramePr>
        <p:xfrm>
          <a:off x="1979712" y="1643789"/>
          <a:ext cx="5306531" cy="170158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5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1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73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sz="1400" b="1" spc="-20" dirty="0">
                          <a:solidFill>
                            <a:srgbClr val="002060"/>
                          </a:solidFill>
                        </a:rPr>
                        <a:t>Name</a:t>
                      </a:r>
                      <a:endParaRPr sz="1400" dirty="0">
                        <a:solidFill>
                          <a:srgbClr val="002060"/>
                        </a:solidFill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729615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sz="1400" b="1" dirty="0">
                          <a:solidFill>
                            <a:srgbClr val="002060"/>
                          </a:solidFill>
                        </a:rPr>
                        <a:t>Reg.</a:t>
                      </a:r>
                      <a:r>
                        <a:rPr sz="1400" b="1" spc="-35" dirty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002060"/>
                          </a:solidFill>
                        </a:rPr>
                        <a:t>Number</a:t>
                      </a:r>
                      <a:endParaRPr sz="1400" dirty="0">
                        <a:solidFill>
                          <a:srgbClr val="002060"/>
                        </a:solidFill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38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sz="11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109220" marB="0"/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sz="11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1092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383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109220" marB="0"/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1092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02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sz="11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109855" marB="0"/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10985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02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sz="110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109855" marB="0"/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109855" marB="0"/>
                </a:tc>
                <a:extLst>
                  <a:ext uri="{0D108BD9-81ED-4DB2-BD59-A6C34878D82A}">
                    <a16:rowId xmlns:a16="http://schemas.microsoft.com/office/drawing/2014/main" val="1288712422"/>
                  </a:ext>
                </a:extLst>
              </a:tr>
              <a:tr h="282028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sz="11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109855" marB="0"/>
                </a:tc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IN" sz="1100" dirty="0">
                        <a:latin typeface="Palatino Linotype" panose="02040502050505030304" pitchFamily="18" charset="0"/>
                        <a:cs typeface="Times New Roman"/>
                      </a:endParaRPr>
                    </a:p>
                  </a:txBody>
                  <a:tcPr marL="0" marR="0" marT="109855" marB="0"/>
                </a:tc>
                <a:extLst>
                  <a:ext uri="{0D108BD9-81ED-4DB2-BD59-A6C34878D82A}">
                    <a16:rowId xmlns:a16="http://schemas.microsoft.com/office/drawing/2014/main" val="613178745"/>
                  </a:ext>
                </a:extLst>
              </a:tr>
            </a:tbl>
          </a:graphicData>
        </a:graphic>
      </p:graphicFrame>
      <p:sp>
        <p:nvSpPr>
          <p:cNvPr id="11" name="object 4">
            <a:extLst>
              <a:ext uri="{FF2B5EF4-FFF2-40B4-BE49-F238E27FC236}">
                <a16:creationId xmlns:a16="http://schemas.microsoft.com/office/drawing/2014/main" id="{5B47C451-25DA-DF27-96BF-3D2ADFF7F13B}"/>
              </a:ext>
            </a:extLst>
          </p:cNvPr>
          <p:cNvSpPr txBox="1"/>
          <p:nvPr/>
        </p:nvSpPr>
        <p:spPr>
          <a:xfrm>
            <a:off x="1547664" y="3499712"/>
            <a:ext cx="6264696" cy="1061188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7465" rIns="0" bIns="0" rtlCol="0" anchor="t">
            <a:spAutoFit/>
          </a:bodyPr>
          <a:lstStyle/>
          <a:p>
            <a:pPr algn="ctr">
              <a:spcBef>
                <a:spcPts val="295"/>
              </a:spcBef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 </a:t>
            </a:r>
          </a:p>
          <a:p>
            <a:pPr algn="ctr">
              <a:spcBef>
                <a:spcPts val="295"/>
              </a:spcBef>
            </a:pPr>
            <a:r>
              <a:rPr lang="en-US" sz="1600" b="1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A. Sampath Dakshina Murthy</a:t>
            </a:r>
          </a:p>
          <a:p>
            <a:pPr marL="932815" marR="927735" indent="635" algn="ctr">
              <a:spcBef>
                <a:spcPts val="15"/>
              </a:spcBef>
            </a:pPr>
            <a:r>
              <a:rPr lang="en-US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 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ociate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r>
              <a:rPr sz="16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600"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32815" marR="927735" indent="635" algn="ctr">
              <a:spcBef>
                <a:spcPts val="15"/>
              </a:spcBef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Vignan’s Centre for Innovations &amp; Startups 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CEF73-FBDC-285E-46E4-CD4A02452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8AA72A-A498-5C75-F301-BA8D2C9E9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5656" y="4767263"/>
            <a:ext cx="6336704" cy="348633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Palatino Linotype" panose="02040502050505030304" pitchFamily="18" charset="0"/>
              </a:rPr>
              <a:t>Department of Computer Science 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56A7C-F7AF-22D5-8746-884A2F4E1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88173C9-BDE0-86AC-218A-FA48E6979A68}"/>
              </a:ext>
            </a:extLst>
          </p:cNvPr>
          <p:cNvSpPr txBox="1">
            <a:spLocks/>
          </p:cNvSpPr>
          <p:nvPr/>
        </p:nvSpPr>
        <p:spPr>
          <a:xfrm>
            <a:off x="3203848" y="195486"/>
            <a:ext cx="2736304" cy="3486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FFF00"/>
                </a:solidFill>
                <a:latin typeface="Palatino Linotype" panose="02040502050505030304" pitchFamily="18" charset="0"/>
              </a:rPr>
              <a:t>Contents</a:t>
            </a:r>
          </a:p>
        </p:txBody>
      </p:sp>
      <p:sp>
        <p:nvSpPr>
          <p:cNvPr id="3" name="object 11">
            <a:extLst>
              <a:ext uri="{FF2B5EF4-FFF2-40B4-BE49-F238E27FC236}">
                <a16:creationId xmlns:a16="http://schemas.microsoft.com/office/drawing/2014/main" id="{8C8C6FF2-D4A0-B5B1-E071-FD25183972D9}"/>
              </a:ext>
            </a:extLst>
          </p:cNvPr>
          <p:cNvSpPr txBox="1"/>
          <p:nvPr/>
        </p:nvSpPr>
        <p:spPr>
          <a:xfrm>
            <a:off x="251520" y="711787"/>
            <a:ext cx="4191000" cy="3914533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25755" indent="-313055">
              <a:spcBef>
                <a:spcPts val="685"/>
              </a:spcBef>
              <a:buFont typeface="Arial MT"/>
              <a:buChar char="•"/>
              <a:tabLst>
                <a:tab pos="325755" algn="l"/>
              </a:tabLst>
            </a:pP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5755" indent="-313055">
              <a:spcBef>
                <a:spcPts val="6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</a:t>
            </a:r>
            <a:r>
              <a:rPr lang="en-IN" sz="16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25755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325755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 (PoC) </a:t>
            </a:r>
          </a:p>
          <a:p>
            <a:pPr marL="325755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</a:p>
          <a:p>
            <a:pPr marL="325755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Thinking Process Overview</a:t>
            </a:r>
          </a:p>
          <a:p>
            <a:pPr marL="782955" lvl="1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Empathize </a:t>
            </a:r>
          </a:p>
          <a:p>
            <a:pPr marL="782955" lvl="1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</a:p>
          <a:p>
            <a:pPr marL="782955" lvl="1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Ideate </a:t>
            </a:r>
          </a:p>
          <a:p>
            <a:pPr marL="782955" lvl="1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</a:t>
            </a:r>
          </a:p>
          <a:p>
            <a:pPr marL="782955" lvl="1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</a:t>
            </a:r>
          </a:p>
          <a:p>
            <a:pPr marL="325755" indent="-313055">
              <a:spcBef>
                <a:spcPts val="66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IN"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Innovative </a:t>
            </a:r>
            <a:r>
              <a:rPr sz="16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sz="16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0AEC94-4A38-B809-5CCC-075563D3C1E5}"/>
              </a:ext>
            </a:extLst>
          </p:cNvPr>
          <p:cNvSpPr txBox="1"/>
          <p:nvPr/>
        </p:nvSpPr>
        <p:spPr>
          <a:xfrm>
            <a:off x="4010479" y="759496"/>
            <a:ext cx="4474840" cy="3960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5755" indent="-313055">
              <a:spcBef>
                <a:spcPts val="66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Beneficiaries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5755" indent="-313055">
              <a:spcBef>
                <a:spcPts val="590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Required/Software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5755" indent="-313055">
              <a:spcBef>
                <a:spcPts val="590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Readiness Levels (TRL)</a:t>
            </a:r>
          </a:p>
          <a:p>
            <a:pPr marL="325755" indent="-313055">
              <a:spcBef>
                <a:spcPts val="590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5755" indent="-313055">
              <a:spcBef>
                <a:spcPts val="66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pPr marL="782955" lvl="1" indent="-313055">
              <a:spcBef>
                <a:spcPts val="66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link</a:t>
            </a:r>
          </a:p>
          <a:p>
            <a:pPr marL="782955" lvl="1" indent="-313055">
              <a:spcBef>
                <a:spcPts val="66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Poster</a:t>
            </a:r>
          </a:p>
          <a:p>
            <a:pPr marL="782955" lvl="1" indent="-313055">
              <a:spcBef>
                <a:spcPts val="66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Images  	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5755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25755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25755" indent="-313055">
              <a:spcBef>
                <a:spcPts val="585"/>
              </a:spcBef>
              <a:buFont typeface="Arial MT"/>
              <a:buChar char="•"/>
              <a:tabLst>
                <a:tab pos="32575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336736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EFA4-D950-7615-5DA7-723D982B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5226D-3908-EE33-CEC2-3711FB7C1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5656" y="4767263"/>
            <a:ext cx="6336704" cy="348633"/>
          </a:xfrm>
        </p:spPr>
        <p:txBody>
          <a:bodyPr/>
          <a:lstStyle/>
          <a:p>
            <a:r>
              <a:rPr lang="en-US" sz="2000" b="1" dirty="0">
                <a:solidFill>
                  <a:srgbClr val="FFFF00"/>
                </a:solidFill>
                <a:latin typeface="Palatino Linotype" panose="02040502050505030304" pitchFamily="18" charset="0"/>
              </a:rPr>
              <a:t>Department of Computer Science 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66343-F374-A8E3-5A44-B878D916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076" name="Picture 4" descr="Thank you Images - Free Download on Freepik">
            <a:extLst>
              <a:ext uri="{FF2B5EF4-FFF2-40B4-BE49-F238E27FC236}">
                <a16:creationId xmlns:a16="http://schemas.microsoft.com/office/drawing/2014/main" id="{ECC06AF9-595E-B464-01DF-B58A7710F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855923"/>
            <a:ext cx="4846229" cy="3431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986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17034</TotalTime>
  <Words>108</Words>
  <Application>Microsoft Office PowerPoint</Application>
  <PresentationFormat>On-screen Show (16:9)</PresentationFormat>
  <Paragraphs>40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MT</vt:lpstr>
      <vt:lpstr>Calibri</vt:lpstr>
      <vt:lpstr>Footlight MT Light</vt:lpstr>
      <vt:lpstr>Palatino Linotype</vt:lpstr>
      <vt:lpstr>Times New Roman</vt:lpstr>
      <vt:lpstr>Office Theme</vt:lpstr>
      <vt:lpstr>PowerPoint Presentation</vt:lpstr>
      <vt:lpstr>Title of the Project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</dc:creator>
  <cp:lastModifiedBy>Prem Kumar</cp:lastModifiedBy>
  <cp:revision>2289</cp:revision>
  <cp:lastPrinted>2024-06-12T04:07:29Z</cp:lastPrinted>
  <dcterms:created xsi:type="dcterms:W3CDTF">2006-08-16T00:00:00Z</dcterms:created>
  <dcterms:modified xsi:type="dcterms:W3CDTF">2026-03-31T16:11:27Z</dcterms:modified>
</cp:coreProperties>
</file>